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b587f52a7142ca" /><Relationship Type="http://schemas.openxmlformats.org/officeDocument/2006/relationships/extended-properties" Target="/docProps/app.xml" Id="R5f846b9eadb54036" /><Relationship Type="http://schemas.openxmlformats.org/officeDocument/2006/relationships/officeDocument" Target="/ppt/presentation.xml" Id="Raa68ce6126ea4d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3550393a054858"/>
  </p:sldMasterIdLst>
  <p:notesMasterIdLst>
    <p:notesMasterId xmlns:r="http://schemas.openxmlformats.org/officeDocument/2006/relationships" r:id="R3209e470a93745e2"/>
  </p:notesMasterIdLst>
  <p:sldIdLst>
    <p:sldId xmlns:r="http://schemas.openxmlformats.org/officeDocument/2006/relationships" id="256" r:id="R33ae0426b46248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19ff309b8e4549" /><Relationship Type="http://schemas.openxmlformats.org/officeDocument/2006/relationships/slideMaster" Target="/ppt/slideMasters/slideMaster1.xml" Id="R2d3550393a054858" /><Relationship Type="http://schemas.openxmlformats.org/officeDocument/2006/relationships/notesMaster" Target="/ppt/notesMasters/notesMaster1.xml" Id="R3209e470a93745e2" /><Relationship Type="http://schemas.openxmlformats.org/officeDocument/2006/relationships/presProps" Target="/ppt/presProps.xml" Id="R7532f5dcd5e840bd" /><Relationship Type="http://schemas.openxmlformats.org/officeDocument/2006/relationships/tableStyles" Target="/ppt/tableStyles.xml" Id="R3b5ecb17046348c0" /><Relationship Type="http://schemas.openxmlformats.org/officeDocument/2006/relationships/slide" Target="/ppt/slides/slide1.xml" Id="R33ae0426b46248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d9571b466348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8c0b3316ee4987" /><Relationship Type="http://schemas.openxmlformats.org/officeDocument/2006/relationships/notesMaster" Target="/ppt/notesMasters/notesMaster1.xml" Id="Rd098a0eb86924b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reference: user-selected first generated IQOO-style mockup. Project facts and wording: C:/Users/ADARSH/Desktop/arthaniyam/README.md and implementation.md, read 21 September 2026. The slide uses editable native PowerPoint text boxes, shapes, lines and icon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507bf43fde43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4ece98820d4833" /><Relationship Type="http://schemas.openxmlformats.org/officeDocument/2006/relationships/slideLayout" Target="/ppt/slideLayouts/slideLayout1.xml" Id="R117a263de39a42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7a263de39a42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c2f03dc554e32" /><Relationship Type="http://schemas.openxmlformats.org/officeDocument/2006/relationships/hyperlink" Target="https://github.com/ArcX7265/arthaniyam" TargetMode="External" Id="Rf79d5e9cc4584e16" /><Relationship Type="http://schemas.openxmlformats.org/officeDocument/2006/relationships/notesSlide" Target="/ppt/notesSlides/notesSlide1.xml" Id="R5c9d3f01c2a84b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header-background">
            <a:extLst xmlns:a="http://schemas.openxmlformats.org/drawingml/2006/main">
              <a:ext uri="{FF2B5EF4-FFF2-40B4-BE49-F238E27FC236}">
                <a16:creationId xmlns:a16="http://schemas.microsoft.com/office/drawing/2014/main" id="{E8069CA1-59AE-4FB7-AA4C-856D25C5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gradient">
            <a:extLst xmlns:a="http://schemas.openxmlformats.org/drawingml/2006/main">
              <a:ext uri="{FF2B5EF4-FFF2-40B4-BE49-F238E27FC236}">
                <a16:creationId xmlns:a16="http://schemas.microsoft.com/office/drawing/2014/main" id="{2BC16D50-536B-4C6A-A73F-8BB39A88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7813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FF5FF"/>
              </a:gs>
              <a:gs pos="50000">
                <a:srgbClr val="FFFFFF"/>
              </a:gs>
              <a:gs pos="100000">
                <a:srgbClr val="DFF5F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left-network-1">
            <a:extLst xmlns:a="http://schemas.openxmlformats.org/drawingml/2006/main">
              <a:ext uri="{FF2B5EF4-FFF2-40B4-BE49-F238E27FC236}">
                <a16:creationId xmlns:a16="http://schemas.microsoft.com/office/drawing/2014/main" id="{28A408A8-62B6-45B1-8FC1-FCDF149A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11620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BAF2"/>
            </a:solidFill>
            <a:prstDash val="solid"/>
          </a:ln>
        </p:spPr>
      </p:sp>
      <p:sp>
        <p:nvSpPr>
          <p:cNvPr id="4" name="left-network-2">
            <a:extLst xmlns:a="http://schemas.openxmlformats.org/drawingml/2006/main">
              <a:ext uri="{FF2B5EF4-FFF2-40B4-BE49-F238E27FC236}">
                <a16:creationId xmlns:a16="http://schemas.microsoft.com/office/drawing/2014/main" id="{B8B9D591-EBF3-4BFD-AFE6-E543CE0C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162050"/>
            <a:ext cx="41910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8ADDF7"/>
            </a:solidFill>
            <a:prstDash val="solid"/>
          </a:ln>
        </p:spPr>
      </p:sp>
      <p:sp>
        <p:nvSpPr>
          <p:cNvPr id="5" name="left-network-3">
            <a:extLst xmlns:a="http://schemas.openxmlformats.org/drawingml/2006/main">
              <a:ext uri="{FF2B5EF4-FFF2-40B4-BE49-F238E27FC236}">
                <a16:creationId xmlns:a16="http://schemas.microsoft.com/office/drawing/2014/main" id="{6770B885-3C2D-481D-B90E-565FF276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6800" y="14478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BAF2"/>
            </a:solidFill>
            <a:prstDash val="solid"/>
          </a:ln>
        </p:spPr>
      </p:sp>
      <p:sp>
        <p:nvSpPr>
          <p:cNvPr id="6" name="left-network-4">
            <a:extLst xmlns:a="http://schemas.openxmlformats.org/drawingml/2006/main">
              <a:ext uri="{FF2B5EF4-FFF2-40B4-BE49-F238E27FC236}">
                <a16:creationId xmlns:a16="http://schemas.microsoft.com/office/drawing/2014/main" id="{42A31977-791A-4186-960F-AF41CB51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19250" y="1447800"/>
            <a:ext cx="40005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8ADDF7"/>
            </a:solidFill>
            <a:prstDash val="solid"/>
          </a:ln>
        </p:spPr>
      </p:sp>
      <p:sp>
        <p:nvSpPr>
          <p:cNvPr id="7" name="left-network-5">
            <a:extLst xmlns:a="http://schemas.openxmlformats.org/drawingml/2006/main">
              <a:ext uri="{FF2B5EF4-FFF2-40B4-BE49-F238E27FC236}">
                <a16:creationId xmlns:a16="http://schemas.microsoft.com/office/drawing/2014/main" id="{1AAF2D81-2CE8-4C0E-99FD-D159D21E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19300" y="178117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BAF2"/>
            </a:solidFill>
            <a:prstDash val="solid"/>
          </a:ln>
        </p:spPr>
      </p:sp>
      <p:sp>
        <p:nvSpPr>
          <p:cNvPr id="8" name="left-network-6">
            <a:extLst xmlns:a="http://schemas.openxmlformats.org/drawingml/2006/main">
              <a:ext uri="{FF2B5EF4-FFF2-40B4-BE49-F238E27FC236}">
                <a16:creationId xmlns:a16="http://schemas.microsoft.com/office/drawing/2014/main" id="{CECDA4A5-728C-409A-941A-22079B54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2038350"/>
            <a:ext cx="504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8ADDF7"/>
            </a:solidFill>
            <a:prstDash val="solid"/>
          </a:ln>
        </p:spPr>
      </p:sp>
      <p:sp>
        <p:nvSpPr>
          <p:cNvPr id="9" name="left-network-7">
            <a:extLst xmlns:a="http://schemas.openxmlformats.org/drawingml/2006/main">
              <a:ext uri="{FF2B5EF4-FFF2-40B4-BE49-F238E27FC236}">
                <a16:creationId xmlns:a16="http://schemas.microsoft.com/office/drawing/2014/main" id="{4CF1B23D-A08C-444A-8900-651359D5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04825" y="1809750"/>
            <a:ext cx="32385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BAF2"/>
            </a:solidFill>
            <a:prstDash val="solid"/>
          </a:ln>
        </p:spPr>
      </p:sp>
      <p:sp>
        <p:nvSpPr>
          <p:cNvPr id="10" name="left-network-8">
            <a:extLst xmlns:a="http://schemas.openxmlformats.org/drawingml/2006/main">
              <a:ext uri="{FF2B5EF4-FFF2-40B4-BE49-F238E27FC236}">
                <a16:creationId xmlns:a16="http://schemas.microsoft.com/office/drawing/2014/main" id="{F689A036-F8E9-48D6-AEE4-B1623F09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8675" y="180975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8ADDF7"/>
            </a:solidFill>
            <a:prstDash val="solid"/>
          </a:ln>
        </p:spPr>
      </p:sp>
      <p:sp>
        <p:nvSpPr>
          <p:cNvPr id="11" name="left-network-9">
            <a:extLst xmlns:a="http://schemas.openxmlformats.org/drawingml/2006/main">
              <a:ext uri="{FF2B5EF4-FFF2-40B4-BE49-F238E27FC236}">
                <a16:creationId xmlns:a16="http://schemas.microsoft.com/office/drawing/2014/main" id="{D0EE9CCD-23C9-45B9-8F2E-E2783B2B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1809750"/>
            <a:ext cx="40005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BAF2"/>
            </a:solidFill>
            <a:prstDash val="solid"/>
          </a:ln>
        </p:spPr>
      </p:sp>
      <p:sp>
        <p:nvSpPr>
          <p:cNvPr id="12" name="left-network-10">
            <a:extLst xmlns:a="http://schemas.openxmlformats.org/drawingml/2006/main">
              <a:ext uri="{FF2B5EF4-FFF2-40B4-BE49-F238E27FC236}">
                <a16:creationId xmlns:a16="http://schemas.microsoft.com/office/drawing/2014/main" id="{2EB27FBD-E6B9-4A20-B3DD-EDE30CB7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52600" y="215265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8ADDF7"/>
            </a:solidFill>
            <a:prstDash val="solid"/>
          </a:ln>
        </p:spPr>
      </p:sp>
      <p:sp>
        <p:nvSpPr>
          <p:cNvPr id="13" name="left-node-1">
            <a:extLst xmlns:a="http://schemas.openxmlformats.org/drawingml/2006/main">
              <a:ext uri="{FF2B5EF4-FFF2-40B4-BE49-F238E27FC236}">
                <a16:creationId xmlns:a16="http://schemas.microsoft.com/office/drawing/2014/main" id="{D6C61F58-C4F3-4A59-9531-6145306A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eft-node-2">
            <a:extLst xmlns:a="http://schemas.openxmlformats.org/drawingml/2006/main">
              <a:ext uri="{FF2B5EF4-FFF2-40B4-BE49-F238E27FC236}">
                <a16:creationId xmlns:a16="http://schemas.microsoft.com/office/drawing/2014/main" id="{B50BACB8-E925-4052-9E16-4DD6B7EE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4192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9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eft-node-3">
            <a:extLst xmlns:a="http://schemas.openxmlformats.org/drawingml/2006/main">
              <a:ext uri="{FF2B5EF4-FFF2-40B4-BE49-F238E27FC236}">
                <a16:creationId xmlns:a16="http://schemas.microsoft.com/office/drawing/2014/main" id="{6BBABB5D-7582-41A0-8A4A-0B3FB275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4192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left-node-4">
            <a:extLst xmlns:a="http://schemas.openxmlformats.org/drawingml/2006/main">
              <a:ext uri="{FF2B5EF4-FFF2-40B4-BE49-F238E27FC236}">
                <a16:creationId xmlns:a16="http://schemas.microsoft.com/office/drawing/2014/main" id="{ADBFF76E-0C81-4C2A-AEDE-0F723529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743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9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left-node-5">
            <a:extLst xmlns:a="http://schemas.openxmlformats.org/drawingml/2006/main">
              <a:ext uri="{FF2B5EF4-FFF2-40B4-BE49-F238E27FC236}">
                <a16:creationId xmlns:a16="http://schemas.microsoft.com/office/drawing/2014/main" id="{AB95CA62-744A-40AA-B8F1-6F907F73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97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eft-node-6">
            <a:extLst xmlns:a="http://schemas.openxmlformats.org/drawingml/2006/main">
              <a:ext uri="{FF2B5EF4-FFF2-40B4-BE49-F238E27FC236}">
                <a16:creationId xmlns:a16="http://schemas.microsoft.com/office/drawing/2014/main" id="{902E93DD-CA98-404A-80CD-59A85741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811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9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left-node-7">
            <a:extLst xmlns:a="http://schemas.openxmlformats.org/drawingml/2006/main">
              <a:ext uri="{FF2B5EF4-FFF2-40B4-BE49-F238E27FC236}">
                <a16:creationId xmlns:a16="http://schemas.microsoft.com/office/drawing/2014/main" id="{CC423A63-60D2-4608-8E10-6A673181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71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left-node-8">
            <a:extLst xmlns:a="http://schemas.openxmlformats.org/drawingml/2006/main">
              <a:ext uri="{FF2B5EF4-FFF2-40B4-BE49-F238E27FC236}">
                <a16:creationId xmlns:a16="http://schemas.microsoft.com/office/drawing/2014/main" id="{5BAF46B3-14B9-491C-86B8-08E67372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1240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9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left-node-9">
            <a:extLst xmlns:a="http://schemas.openxmlformats.org/drawingml/2006/main">
              <a:ext uri="{FF2B5EF4-FFF2-40B4-BE49-F238E27FC236}">
                <a16:creationId xmlns:a16="http://schemas.microsoft.com/office/drawing/2014/main" id="{313F4FFC-E76E-4A82-9734-0EE60BDA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1240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ight-network-1">
            <a:extLst xmlns:a="http://schemas.openxmlformats.org/drawingml/2006/main">
              <a:ext uri="{FF2B5EF4-FFF2-40B4-BE49-F238E27FC236}">
                <a16:creationId xmlns:a16="http://schemas.microsoft.com/office/drawing/2014/main" id="{B2FB8BDA-F9A3-4DE6-88F8-6F5BC8FE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620250" y="7810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BAF2"/>
            </a:solidFill>
            <a:prstDash val="solid"/>
          </a:ln>
        </p:spPr>
      </p:sp>
      <p:sp>
        <p:nvSpPr>
          <p:cNvPr id="23" name="right-network-2">
            <a:extLst xmlns:a="http://schemas.openxmlformats.org/drawingml/2006/main">
              <a:ext uri="{FF2B5EF4-FFF2-40B4-BE49-F238E27FC236}">
                <a16:creationId xmlns:a16="http://schemas.microsoft.com/office/drawing/2014/main" id="{48FAF42B-E845-4488-A071-B21C7B42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10800" y="781050"/>
            <a:ext cx="49530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8ADDF7"/>
            </a:solidFill>
            <a:prstDash val="solid"/>
          </a:ln>
        </p:spPr>
      </p:sp>
      <p:sp>
        <p:nvSpPr>
          <p:cNvPr id="24" name="right-network-3">
            <a:extLst xmlns:a="http://schemas.openxmlformats.org/drawingml/2006/main">
              <a:ext uri="{FF2B5EF4-FFF2-40B4-BE49-F238E27FC236}">
                <a16:creationId xmlns:a16="http://schemas.microsoft.com/office/drawing/2014/main" id="{F7895C96-9BB1-4A57-B854-241497CC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706100" y="1114425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BAF2"/>
            </a:solidFill>
            <a:prstDash val="solid"/>
          </a:ln>
        </p:spPr>
      </p:sp>
      <p:sp>
        <p:nvSpPr>
          <p:cNvPr id="25" name="right-network-4">
            <a:extLst xmlns:a="http://schemas.openxmlformats.org/drawingml/2006/main">
              <a:ext uri="{FF2B5EF4-FFF2-40B4-BE49-F238E27FC236}">
                <a16:creationId xmlns:a16="http://schemas.microsoft.com/office/drawing/2014/main" id="{9D9CC4AD-2DD9-4C91-B110-2CFBC1B6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277600" y="847725"/>
            <a:ext cx="41910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8ADDF7"/>
            </a:solidFill>
            <a:prstDash val="solid"/>
          </a:ln>
        </p:spPr>
      </p:sp>
      <p:sp>
        <p:nvSpPr>
          <p:cNvPr id="26" name="right-network-5">
            <a:extLst xmlns:a="http://schemas.openxmlformats.org/drawingml/2006/main">
              <a:ext uri="{FF2B5EF4-FFF2-40B4-BE49-F238E27FC236}">
                <a16:creationId xmlns:a16="http://schemas.microsoft.com/office/drawing/2014/main" id="{E4B21200-11AD-4E57-9583-BF192416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696700" y="847725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BAF2"/>
            </a:solidFill>
            <a:prstDash val="solid"/>
          </a:ln>
        </p:spPr>
      </p:sp>
      <p:sp>
        <p:nvSpPr>
          <p:cNvPr id="27" name="right-network-6">
            <a:extLst xmlns:a="http://schemas.openxmlformats.org/drawingml/2006/main">
              <a:ext uri="{FF2B5EF4-FFF2-40B4-BE49-F238E27FC236}">
                <a16:creationId xmlns:a16="http://schemas.microsoft.com/office/drawing/2014/main" id="{DD96F839-8880-4A2C-932B-06F4D431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77375" y="19812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8ADDF7"/>
            </a:solidFill>
            <a:prstDash val="solid"/>
          </a:ln>
        </p:spPr>
      </p:sp>
      <p:sp>
        <p:nvSpPr>
          <p:cNvPr id="28" name="right-network-7">
            <a:extLst xmlns:a="http://schemas.openxmlformats.org/drawingml/2006/main">
              <a:ext uri="{FF2B5EF4-FFF2-40B4-BE49-F238E27FC236}">
                <a16:creationId xmlns:a16="http://schemas.microsoft.com/office/drawing/2014/main" id="{10016443-0952-44AC-A549-D66D1381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067925" y="1657350"/>
            <a:ext cx="36195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BAF2"/>
            </a:solidFill>
            <a:prstDash val="solid"/>
          </a:ln>
        </p:spPr>
      </p:sp>
      <p:sp>
        <p:nvSpPr>
          <p:cNvPr id="29" name="right-network-8">
            <a:extLst xmlns:a="http://schemas.openxmlformats.org/drawingml/2006/main">
              <a:ext uri="{FF2B5EF4-FFF2-40B4-BE49-F238E27FC236}">
                <a16:creationId xmlns:a16="http://schemas.microsoft.com/office/drawing/2014/main" id="{06476485-CADA-4D05-AACC-3422DD58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429875" y="16573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8ADDF7"/>
            </a:solidFill>
            <a:prstDash val="solid"/>
          </a:ln>
        </p:spPr>
      </p:sp>
      <p:sp>
        <p:nvSpPr>
          <p:cNvPr id="30" name="right-network-9">
            <a:extLst xmlns:a="http://schemas.openxmlformats.org/drawingml/2006/main">
              <a:ext uri="{FF2B5EF4-FFF2-40B4-BE49-F238E27FC236}">
                <a16:creationId xmlns:a16="http://schemas.microsoft.com/office/drawing/2014/main" id="{720303C1-7F74-4C0F-9D9E-5D3D3272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15675" y="1657350"/>
            <a:ext cx="352425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BAF2"/>
            </a:solidFill>
            <a:prstDash val="solid"/>
          </a:ln>
        </p:spPr>
      </p:sp>
      <p:sp>
        <p:nvSpPr>
          <p:cNvPr id="31" name="right-network-10">
            <a:extLst xmlns:a="http://schemas.openxmlformats.org/drawingml/2006/main">
              <a:ext uri="{FF2B5EF4-FFF2-40B4-BE49-F238E27FC236}">
                <a16:creationId xmlns:a16="http://schemas.microsoft.com/office/drawing/2014/main" id="{62B56BFA-B85E-4DEE-8F64-11E1D954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68100" y="19621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8ADDF7"/>
            </a:solidFill>
            <a:prstDash val="solid"/>
          </a:ln>
        </p:spPr>
      </p:sp>
      <p:sp>
        <p:nvSpPr>
          <p:cNvPr id="32" name="right-node-1">
            <a:extLst xmlns:a="http://schemas.openxmlformats.org/drawingml/2006/main">
              <a:ext uri="{FF2B5EF4-FFF2-40B4-BE49-F238E27FC236}">
                <a16:creationId xmlns:a16="http://schemas.microsoft.com/office/drawing/2014/main" id="{F18A2673-A8D2-465C-8971-AB1B682F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742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ight-node-2">
            <a:extLst xmlns:a="http://schemas.openxmlformats.org/drawingml/2006/main">
              <a:ext uri="{FF2B5EF4-FFF2-40B4-BE49-F238E27FC236}">
                <a16:creationId xmlns:a16="http://schemas.microsoft.com/office/drawing/2014/main" id="{EBD31AB5-D428-4409-99E5-6B4D54D0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752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9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right-node-3">
            <a:extLst xmlns:a="http://schemas.openxmlformats.org/drawingml/2006/main">
              <a:ext uri="{FF2B5EF4-FFF2-40B4-BE49-F238E27FC236}">
                <a16:creationId xmlns:a16="http://schemas.microsoft.com/office/drawing/2014/main" id="{7B5F70C0-2A8A-48DC-8AB4-6656823E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1085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right-node-4">
            <a:extLst xmlns:a="http://schemas.openxmlformats.org/drawingml/2006/main">
              <a:ext uri="{FF2B5EF4-FFF2-40B4-BE49-F238E27FC236}">
                <a16:creationId xmlns:a16="http://schemas.microsoft.com/office/drawing/2014/main" id="{54F7145D-13DE-4F09-A90B-3BA93A83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076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9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right-node-5">
            <a:extLst xmlns:a="http://schemas.openxmlformats.org/drawingml/2006/main">
              <a:ext uri="{FF2B5EF4-FFF2-40B4-BE49-F238E27FC236}">
                <a16:creationId xmlns:a16="http://schemas.microsoft.com/office/drawing/2014/main" id="{33006C06-5180-408D-838D-17827B40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8191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right-node-6">
            <a:extLst xmlns:a="http://schemas.openxmlformats.org/drawingml/2006/main">
              <a:ext uri="{FF2B5EF4-FFF2-40B4-BE49-F238E27FC236}">
                <a16:creationId xmlns:a16="http://schemas.microsoft.com/office/drawing/2014/main" id="{68DD7D76-AF54-4888-AAB5-414C9428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52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9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right-node-7">
            <a:extLst xmlns:a="http://schemas.openxmlformats.org/drawingml/2006/main">
              <a:ext uri="{FF2B5EF4-FFF2-40B4-BE49-F238E27FC236}">
                <a16:creationId xmlns:a16="http://schemas.microsoft.com/office/drawing/2014/main" id="{250DBDE3-9EF4-4FBE-AD66-68D70C34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1943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right-node-8">
            <a:extLst xmlns:a="http://schemas.openxmlformats.org/drawingml/2006/main">
              <a:ext uri="{FF2B5EF4-FFF2-40B4-BE49-F238E27FC236}">
                <a16:creationId xmlns:a16="http://schemas.microsoft.com/office/drawing/2014/main" id="{2FE22A96-C749-4C64-8A8C-C4D605DF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6287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9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right-node-9">
            <a:extLst xmlns:a="http://schemas.openxmlformats.org/drawingml/2006/main">
              <a:ext uri="{FF2B5EF4-FFF2-40B4-BE49-F238E27FC236}">
                <a16:creationId xmlns:a16="http://schemas.microsoft.com/office/drawing/2014/main" id="{1F7F773C-7944-4B73-BB2C-B40B82FF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6287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right-node-10">
            <a:extLst xmlns:a="http://schemas.openxmlformats.org/drawingml/2006/main">
              <a:ext uri="{FF2B5EF4-FFF2-40B4-BE49-F238E27FC236}">
                <a16:creationId xmlns:a16="http://schemas.microsoft.com/office/drawing/2014/main" id="{944A11A9-09CF-4CF0-8331-34D7CA4A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924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9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ixel-1">
            <a:extLst xmlns:a="http://schemas.openxmlformats.org/drawingml/2006/main">
              <a:ext uri="{FF2B5EF4-FFF2-40B4-BE49-F238E27FC236}">
                <a16:creationId xmlns:a16="http://schemas.microsoft.com/office/drawing/2014/main" id="{7C6CF986-99E2-4BDC-8489-5C5205E7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85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E3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ixel-2">
            <a:extLst xmlns:a="http://schemas.openxmlformats.org/drawingml/2006/main">
              <a:ext uri="{FF2B5EF4-FFF2-40B4-BE49-F238E27FC236}">
                <a16:creationId xmlns:a16="http://schemas.microsoft.com/office/drawing/2014/main" id="{78AC76A6-DF3B-4714-A46B-1780441C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048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ixel-3">
            <a:extLst xmlns:a="http://schemas.openxmlformats.org/drawingml/2006/main">
              <a:ext uri="{FF2B5EF4-FFF2-40B4-BE49-F238E27FC236}">
                <a16:creationId xmlns:a16="http://schemas.microsoft.com/office/drawing/2014/main" id="{901CCE7A-C027-4BA2-9553-4B17C3B5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95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E3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ixel-4">
            <a:extLst xmlns:a="http://schemas.openxmlformats.org/drawingml/2006/main">
              <a:ext uri="{FF2B5EF4-FFF2-40B4-BE49-F238E27FC236}">
                <a16:creationId xmlns:a16="http://schemas.microsoft.com/office/drawing/2014/main" id="{AB3F90E2-394B-49E1-8AAB-84F24E3F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762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ixel-5">
            <a:extLst xmlns:a="http://schemas.openxmlformats.org/drawingml/2006/main">
              <a:ext uri="{FF2B5EF4-FFF2-40B4-BE49-F238E27FC236}">
                <a16:creationId xmlns:a16="http://schemas.microsoft.com/office/drawing/2014/main" id="{656218BE-104A-41F1-8109-D44C5F86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3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E3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ixel-6">
            <a:extLst xmlns:a="http://schemas.openxmlformats.org/drawingml/2006/main">
              <a:ext uri="{FF2B5EF4-FFF2-40B4-BE49-F238E27FC236}">
                <a16:creationId xmlns:a16="http://schemas.microsoft.com/office/drawing/2014/main" id="{C0A8A003-F52F-4CE4-83A0-E5360F67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52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ixel-7">
            <a:extLst xmlns:a="http://schemas.openxmlformats.org/drawingml/2006/main">
              <a:ext uri="{FF2B5EF4-FFF2-40B4-BE49-F238E27FC236}">
                <a16:creationId xmlns:a16="http://schemas.microsoft.com/office/drawing/2014/main" id="{94CBFDB4-DABA-4307-A68F-66EB823A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8001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E3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ixel-8">
            <a:extLst xmlns:a="http://schemas.openxmlformats.org/drawingml/2006/main">
              <a:ext uri="{FF2B5EF4-FFF2-40B4-BE49-F238E27FC236}">
                <a16:creationId xmlns:a16="http://schemas.microsoft.com/office/drawing/2014/main" id="{9C914B1A-C388-484F-BEBB-CA7D46DC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581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left-caption">
            <a:extLst xmlns:a="http://schemas.openxmlformats.org/drawingml/2006/main">
              <a:ext uri="{FF2B5EF4-FFF2-40B4-BE49-F238E27FC236}">
                <a16:creationId xmlns:a16="http://schemas.microsoft.com/office/drawing/2014/main" id="{1769A449-C330-4120-8560-5EB203F1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09550"/>
            <a:ext cx="1047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IDEAS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PEOPLE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TECH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51" name="left-caption-line">
            <a:extLst xmlns:a="http://schemas.openxmlformats.org/drawingml/2006/main">
              <a:ext uri="{FF2B5EF4-FFF2-40B4-BE49-F238E27FC236}">
                <a16:creationId xmlns:a16="http://schemas.microsoft.com/office/drawing/2014/main" id="{AF00D346-B95F-4E0B-A3E9-32011831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970"/>
            </a:solidFill>
            <a:prstDash val="solid"/>
          </a:ln>
        </p:spPr>
      </p:sp>
      <p:sp>
        <p:nvSpPr>
          <p:cNvPr id="52" name="right-caption">
            <a:extLst xmlns:a="http://schemas.openxmlformats.org/drawingml/2006/main">
              <a:ext uri="{FF2B5EF4-FFF2-40B4-BE49-F238E27FC236}">
                <a16:creationId xmlns:a16="http://schemas.microsoft.com/office/drawing/2014/main" id="{DC62BBEE-2D69-47F5-90A5-53D55B15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09550"/>
            <a:ext cx="857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BUILD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COLLABORATE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INNOVATE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TOGETHER</a:t>
            </a:r>
          </a:p>
        </p:txBody>
      </p:sp>
      <p:sp>
        <p:nvSpPr>
          <p:cNvPr id="53" name="right-caption-line">
            <a:extLst xmlns:a="http://schemas.openxmlformats.org/drawingml/2006/main">
              <a:ext uri="{FF2B5EF4-FFF2-40B4-BE49-F238E27FC236}">
                <a16:creationId xmlns:a16="http://schemas.microsoft.com/office/drawing/2014/main" id="{0BC00121-0C58-4846-89F0-726CDC84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0096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970"/>
            </a:solidFill>
            <a:prstDash val="solid"/>
          </a:ln>
        </p:spPr>
      </p:sp>
      <p:sp>
        <p:nvSpPr>
          <p:cNvPr id="54" name="right-payment-caption">
            <a:extLst xmlns:a="http://schemas.openxmlformats.org/drawingml/2006/main">
              <a:ext uri="{FF2B5EF4-FFF2-40B4-BE49-F238E27FC236}">
                <a16:creationId xmlns:a16="http://schemas.microsoft.com/office/drawing/2014/main" id="{48BE106B-74DE-4282-B7BA-D10BD641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907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PAYMENTS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FOR 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BRIGHTER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TOMORROW</a:t>
            </a:r>
          </a:p>
        </p:txBody>
      </p:sp>
      <p:sp>
        <p:nvSpPr>
          <p:cNvPr id="55" name="right-payment-line">
            <a:extLst xmlns:a="http://schemas.openxmlformats.org/drawingml/2006/main">
              <a:ext uri="{FF2B5EF4-FFF2-40B4-BE49-F238E27FC236}">
                <a16:creationId xmlns:a16="http://schemas.microsoft.com/office/drawing/2014/main" id="{67D4B3A8-21E0-4BBF-8229-7199869A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5146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970"/>
            </a:solidFill>
            <a:prstDash val="solid"/>
          </a:ln>
        </p:spPr>
      </p:sp>
      <p:sp>
        <p:nvSpPr>
          <p:cNvPr id="56" name="phone-icon-frame">
            <a:extLst xmlns:a="http://schemas.openxmlformats.org/drawingml/2006/main">
              <a:ext uri="{FF2B5EF4-FFF2-40B4-BE49-F238E27FC236}">
                <a16:creationId xmlns:a16="http://schemas.microsoft.com/office/drawing/2014/main" id="{FFF398EA-573C-4820-958D-52BB3CCE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">
            <a:off x="1066800" y="800100"/>
            <a:ext cx="666750" cy="10668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ADDF7"/>
            </a:solidFill>
            <a:prstDash val="solid"/>
          </a:ln>
        </p:spPr>
      </p:sp>
      <p:sp>
        <p:nvSpPr>
          <p:cNvPr id="57" name="phone-paytm">
            <a:extLst xmlns:a="http://schemas.openxmlformats.org/drawingml/2006/main">
              <a:ext uri="{FF2B5EF4-FFF2-40B4-BE49-F238E27FC236}">
                <a16:creationId xmlns:a16="http://schemas.microsoft.com/office/drawing/2014/main" id="{409F64FF-F523-4CE1-923F-0F582D45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9620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00BAF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BAF2"/>
                </a:solidFill>
                <a:latin typeface="Arial"/>
                <a:ea typeface="Arial"/>
                <a:cs typeface="Arial"/>
              </a:rPr>
              <a:t>paytm</a:t>
            </a:r>
          </a:p>
        </p:txBody>
      </p:sp>
      <p:sp>
        <p:nvSpPr>
          <p:cNvPr id="58" name="qr-1">
            <a:extLst xmlns:a="http://schemas.openxmlformats.org/drawingml/2006/main">
              <a:ext uri="{FF2B5EF4-FFF2-40B4-BE49-F238E27FC236}">
                <a16:creationId xmlns:a16="http://schemas.microsoft.com/office/drawing/2014/main" id="{3D9FF422-3DC6-44FC-893D-457A2A27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2858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9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qr-2">
            <a:extLst xmlns:a="http://schemas.openxmlformats.org/drawingml/2006/main">
              <a:ext uri="{FF2B5EF4-FFF2-40B4-BE49-F238E27FC236}">
                <a16:creationId xmlns:a16="http://schemas.microsoft.com/office/drawing/2014/main" id="{A9B1DD1E-C919-4C8D-A9B4-985562E6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858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qr-3">
            <a:extLst xmlns:a="http://schemas.openxmlformats.org/drawingml/2006/main">
              <a:ext uri="{FF2B5EF4-FFF2-40B4-BE49-F238E27FC236}">
                <a16:creationId xmlns:a16="http://schemas.microsoft.com/office/drawing/2014/main" id="{91DCAEF9-BFD2-46F9-A9F3-949BC421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57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qr-4">
            <a:extLst xmlns:a="http://schemas.openxmlformats.org/drawingml/2006/main">
              <a:ext uri="{FF2B5EF4-FFF2-40B4-BE49-F238E27FC236}">
                <a16:creationId xmlns:a16="http://schemas.microsoft.com/office/drawing/2014/main" id="{BD87DFE6-79A2-4775-8B72-AD9C156A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457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9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rupee-icon-frame">
            <a:extLst xmlns:a="http://schemas.openxmlformats.org/drawingml/2006/main">
              <a:ext uri="{FF2B5EF4-FFF2-40B4-BE49-F238E27FC236}">
                <a16:creationId xmlns:a16="http://schemas.microsoft.com/office/drawing/2014/main" id="{25C14CB9-2871-43C6-AD88-09307F37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904875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ADDF7"/>
            </a:solidFill>
            <a:prstDash val="solid"/>
          </a:ln>
        </p:spPr>
      </p:sp>
      <p:sp>
        <p:nvSpPr>
          <p:cNvPr id="63" name="rupee-icon">
            <a:extLst xmlns:a="http://schemas.openxmlformats.org/drawingml/2006/main">
              <a:ext uri="{FF2B5EF4-FFF2-40B4-BE49-F238E27FC236}">
                <a16:creationId xmlns:a16="http://schemas.microsoft.com/office/drawing/2014/main" id="{0AAE8DB1-3E58-4E1D-BA5F-AC32226F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98107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00BAF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BAF2"/>
                </a:solidFill>
                <a:latin typeface="Arial"/>
                <a:ea typeface="Arial"/>
                <a:cs typeface="Arial"/>
              </a:rPr>
              <a:t>₹</a:t>
            </a:r>
          </a:p>
        </p:txBody>
      </p:sp>
      <p:sp>
        <p:nvSpPr>
          <p:cNvPr id="64" name="chart-icon-frame">
            <a:extLst xmlns:a="http://schemas.openxmlformats.org/drawingml/2006/main">
              <a:ext uri="{FF2B5EF4-FFF2-40B4-BE49-F238E27FC236}">
                <a16:creationId xmlns:a16="http://schemas.microsoft.com/office/drawing/2014/main" id="{3E798D04-73E7-4F8D-95C0-0982BD1D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95450"/>
            <a:ext cx="666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ADDF7"/>
            </a:solidFill>
            <a:prstDash val="solid"/>
          </a:ln>
        </p:spPr>
      </p:sp>
      <p:sp>
        <p:nvSpPr>
          <p:cNvPr id="65" name="chart-bar-1">
            <a:extLst xmlns:a="http://schemas.openxmlformats.org/drawingml/2006/main">
              <a:ext uri="{FF2B5EF4-FFF2-40B4-BE49-F238E27FC236}">
                <a16:creationId xmlns:a16="http://schemas.microsoft.com/office/drawing/2014/main" id="{D4E3D8FC-8CBF-4DA7-9456-4BD31377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971675"/>
            <a:ext cx="76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chart-bar-2">
            <a:extLst xmlns:a="http://schemas.openxmlformats.org/drawingml/2006/main">
              <a:ext uri="{FF2B5EF4-FFF2-40B4-BE49-F238E27FC236}">
                <a16:creationId xmlns:a16="http://schemas.microsoft.com/office/drawing/2014/main" id="{D1D78293-4A30-48C9-8ABB-A19DA8FF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885950"/>
            <a:ext cx="76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chart-bar-3">
            <a:extLst xmlns:a="http://schemas.openxmlformats.org/drawingml/2006/main">
              <a:ext uri="{FF2B5EF4-FFF2-40B4-BE49-F238E27FC236}">
                <a16:creationId xmlns:a16="http://schemas.microsoft.com/office/drawing/2014/main" id="{01846461-68E3-435D-8F20-DB036EA2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1790700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9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aytm-pay">
            <a:extLst xmlns:a="http://schemas.openxmlformats.org/drawingml/2006/main">
              <a:ext uri="{FF2B5EF4-FFF2-40B4-BE49-F238E27FC236}">
                <a16:creationId xmlns:a16="http://schemas.microsoft.com/office/drawing/2014/main" id="{128AB665-60C4-4708-9BEC-B698A0E4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6700"/>
            <a:ext cx="1095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53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36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pay</a:t>
            </a:r>
          </a:p>
        </p:txBody>
      </p:sp>
      <p:sp>
        <p:nvSpPr>
          <p:cNvPr id="69" name="paytm-tm">
            <a:extLst xmlns:a="http://schemas.openxmlformats.org/drawingml/2006/main">
              <a:ext uri="{FF2B5EF4-FFF2-40B4-BE49-F238E27FC236}">
                <a16:creationId xmlns:a16="http://schemas.microsoft.com/office/drawing/2014/main" id="{C73C2F13-AB33-4649-90F1-5EC0CE03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6700"/>
            <a:ext cx="876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5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75" b="1">
                <a:solidFill>
                  <a:srgbClr val="00BAF2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00BAF2"/>
                </a:solidFill>
                <a:latin typeface="Arial"/>
                <a:ea typeface="Arial"/>
                <a:cs typeface="Arial"/>
              </a:rPr>
              <a:t>tm</a:t>
            </a:r>
          </a:p>
        </p:txBody>
      </p:sp>
      <p:sp>
        <p:nvSpPr>
          <p:cNvPr id="70" name="left-chevron">
            <a:extLst xmlns:a="http://schemas.openxmlformats.org/drawingml/2006/main">
              <a:ext uri="{FF2B5EF4-FFF2-40B4-BE49-F238E27FC236}">
                <a16:creationId xmlns:a16="http://schemas.microsoft.com/office/drawing/2014/main" id="{7F402ADA-4204-4395-A935-BB6FF7EA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885825"/>
            <a:ext cx="47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3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175" b="1">
                <a:solidFill>
                  <a:srgbClr val="00BAF2"/>
                </a:solidFill>
                <a:latin typeface="Arial"/>
                <a:ea typeface="Arial"/>
                <a:cs typeface="Arial"/>
              </a:defRPr>
            </a:pPr>
            <a:r>
              <a:rPr sz="5175" b="1">
                <a:solidFill>
                  <a:srgbClr val="00BAF2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71" name="event-title">
            <a:extLst xmlns:a="http://schemas.openxmlformats.org/drawingml/2006/main">
              <a:ext uri="{FF2B5EF4-FFF2-40B4-BE49-F238E27FC236}">
                <a16:creationId xmlns:a16="http://schemas.microsoft.com/office/drawing/2014/main" id="{2EFC1A5A-FFF9-4181-ACA9-2917F0B4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838200"/>
            <a:ext cx="6057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2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AI HACKATHON</a:t>
            </a:r>
          </a:p>
        </p:txBody>
      </p:sp>
      <p:sp>
        <p:nvSpPr>
          <p:cNvPr id="72" name="right-chevron">
            <a:extLst xmlns:a="http://schemas.openxmlformats.org/drawingml/2006/main">
              <a:ext uri="{FF2B5EF4-FFF2-40B4-BE49-F238E27FC236}">
                <a16:creationId xmlns:a16="http://schemas.microsoft.com/office/drawing/2014/main" id="{13FDE4D8-DD7B-40DC-A8B1-3D82F181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885825"/>
            <a:ext cx="47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3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175" b="1">
                <a:solidFill>
                  <a:srgbClr val="00BAF2"/>
                </a:solidFill>
                <a:latin typeface="Arial"/>
                <a:ea typeface="Arial"/>
                <a:cs typeface="Arial"/>
              </a:defRPr>
            </a:pPr>
            <a:r>
              <a:rPr sz="5175" b="1">
                <a:solidFill>
                  <a:srgbClr val="00BAF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73" name="year-line-left">
            <a:extLst xmlns:a="http://schemas.openxmlformats.org/drawingml/2006/main">
              <a:ext uri="{FF2B5EF4-FFF2-40B4-BE49-F238E27FC236}">
                <a16:creationId xmlns:a16="http://schemas.microsoft.com/office/drawing/2014/main" id="{142FB596-BF34-402E-917C-385BA083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2970"/>
            </a:solidFill>
            <a:prstDash val="solid"/>
          </a:ln>
        </p:spPr>
      </p:sp>
      <p:sp>
        <p:nvSpPr>
          <p:cNvPr id="74" name="year-node-left">
            <a:extLst xmlns:a="http://schemas.openxmlformats.org/drawingml/2006/main">
              <a:ext uri="{FF2B5EF4-FFF2-40B4-BE49-F238E27FC236}">
                <a16:creationId xmlns:a16="http://schemas.microsoft.com/office/drawing/2014/main" id="{B02F2D37-BE5D-4F0D-862D-D0FC9ACD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863" y="17764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9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event-location-year">
            <a:extLst xmlns:a="http://schemas.openxmlformats.org/drawingml/2006/main">
              <a:ext uri="{FF2B5EF4-FFF2-40B4-BE49-F238E27FC236}">
                <a16:creationId xmlns:a16="http://schemas.microsoft.com/office/drawing/2014/main" id="{C08D3EE0-EA2D-45E2-8588-5653A22E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09725"/>
            <a:ext cx="346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M U M B A I   2 0 2 6</a:t>
            </a:r>
          </a:p>
        </p:txBody>
      </p:sp>
      <p:sp>
        <p:nvSpPr>
          <p:cNvPr id="76" name="year-node-right">
            <a:extLst xmlns:a="http://schemas.openxmlformats.org/drawingml/2006/main">
              <a:ext uri="{FF2B5EF4-FFF2-40B4-BE49-F238E27FC236}">
                <a16:creationId xmlns:a16="http://schemas.microsoft.com/office/drawing/2014/main" id="{E50B734E-8312-405C-A7F8-025C8042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463" y="17764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9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year-line-right">
            <a:extLst xmlns:a="http://schemas.openxmlformats.org/drawingml/2006/main">
              <a:ext uri="{FF2B5EF4-FFF2-40B4-BE49-F238E27FC236}">
                <a16:creationId xmlns:a16="http://schemas.microsoft.com/office/drawing/2014/main" id="{25524836-2D04-4E69-BBDA-DACD6319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2970"/>
            </a:solidFill>
            <a:prstDash val="solid"/>
          </a:ln>
        </p:spPr>
      </p:sp>
      <p:sp>
        <p:nvSpPr>
          <p:cNvPr id="78" name="track-pill">
            <a:extLst xmlns:a="http://schemas.openxmlformats.org/drawingml/2006/main">
              <a:ext uri="{FF2B5EF4-FFF2-40B4-BE49-F238E27FC236}">
                <a16:creationId xmlns:a16="http://schemas.microsoft.com/office/drawing/2014/main" id="{5BB1DDF1-FF3E-4698-AB86-5B8F2D78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14550"/>
            <a:ext cx="3619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BAF2"/>
            </a:solidFill>
            <a:prstDash val="solid"/>
          </a:ln>
        </p:spPr>
      </p:sp>
      <p:sp>
        <p:nvSpPr>
          <p:cNvPr id="79" name="track-text">
            <a:extLst xmlns:a="http://schemas.openxmlformats.org/drawingml/2006/main">
              <a:ext uri="{FF2B5EF4-FFF2-40B4-BE49-F238E27FC236}">
                <a16:creationId xmlns:a16="http://schemas.microsoft.com/office/drawing/2014/main" id="{B8F93AA2-8306-470F-8F64-E8B4343E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43125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AUTONOMOUS AI TEAMMATES</a:t>
            </a:r>
          </a:p>
        </p:txBody>
      </p:sp>
      <p:sp>
        <p:nvSpPr>
          <p:cNvPr id="80" name="Problem Statement-bullet">
            <a:extLst xmlns:a="http://schemas.openxmlformats.org/drawingml/2006/main">
              <a:ext uri="{FF2B5EF4-FFF2-40B4-BE49-F238E27FC236}">
                <a16:creationId xmlns:a16="http://schemas.microsoft.com/office/drawing/2014/main" id="{FC9705B7-BABA-44E4-9358-54558E5A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004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roblem Statement-label">
            <a:extLst xmlns:a="http://schemas.openxmlformats.org/drawingml/2006/main">
              <a:ext uri="{FF2B5EF4-FFF2-40B4-BE49-F238E27FC236}">
                <a16:creationId xmlns:a16="http://schemas.microsoft.com/office/drawing/2014/main" id="{5AB6B8D9-672F-4504-B812-1739F9ED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861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82" name="Problem Statement-body">
            <a:extLst xmlns:a="http://schemas.openxmlformats.org/drawingml/2006/main">
              <a:ext uri="{FF2B5EF4-FFF2-40B4-BE49-F238E27FC236}">
                <a16:creationId xmlns:a16="http://schemas.microsoft.com/office/drawing/2014/main" id="{0DF009BE-4B2C-46EC-B947-A0AACD2F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86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688" b="0">
                <a:solidFill>
                  <a:srgbClr val="14233C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14233C"/>
                </a:solidFill>
                <a:latin typeface="Arial"/>
                <a:ea typeface="Arial"/>
                <a:cs typeface="Arial"/>
              </a:rPr>
              <a:t>Financially valid AI actions can become unsafe when combined across earlier requests, concurrent agents and shared limits.</a:t>
            </a:r>
          </a:p>
        </p:txBody>
      </p:sp>
      <p:sp>
        <p:nvSpPr>
          <p:cNvPr id="83" name="Proposed Solution-bullet">
            <a:extLst xmlns:a="http://schemas.openxmlformats.org/drawingml/2006/main">
              <a:ext uri="{FF2B5EF4-FFF2-40B4-BE49-F238E27FC236}">
                <a16:creationId xmlns:a16="http://schemas.microsoft.com/office/drawing/2014/main" id="{3E6559A4-F947-4136-A6E3-7AE38536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roposed Solution-label">
            <a:extLst xmlns:a="http://schemas.openxmlformats.org/drawingml/2006/main">
              <a:ext uri="{FF2B5EF4-FFF2-40B4-BE49-F238E27FC236}">
                <a16:creationId xmlns:a16="http://schemas.microsoft.com/office/drawing/2014/main" id="{F138F105-53D0-4371-A6D9-022A8919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Proposed Solution</a:t>
            </a:r>
          </a:p>
        </p:txBody>
      </p:sp>
      <p:sp>
        <p:nvSpPr>
          <p:cNvPr id="85" name="Proposed Solution-body">
            <a:extLst xmlns:a="http://schemas.openxmlformats.org/drawingml/2006/main">
              <a:ext uri="{FF2B5EF4-FFF2-40B4-BE49-F238E27FC236}">
                <a16:creationId xmlns:a16="http://schemas.microsoft.com/office/drawing/2014/main" id="{88136ECE-2EC8-4A3F-8E3E-D1E80556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909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688" b="0">
                <a:solidFill>
                  <a:srgbClr val="14233C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14233C"/>
                </a:solidFill>
                <a:latin typeface="Arial"/>
                <a:ea typeface="Arial"/>
                <a:cs typeface="Arial"/>
              </a:rPr>
              <a:t>ArthaNiyam, an autonomous financial-control teammate for merchant refund support.</a:t>
            </a:r>
          </a:p>
        </p:txBody>
      </p:sp>
      <p:sp>
        <p:nvSpPr>
          <p:cNvPr id="86" name="Prototype-bullet">
            <a:extLst xmlns:a="http://schemas.openxmlformats.org/drawingml/2006/main">
              <a:ext uri="{FF2B5EF4-FFF2-40B4-BE49-F238E27FC236}">
                <a16:creationId xmlns:a16="http://schemas.microsoft.com/office/drawing/2014/main" id="{6844F6FA-E7CE-4BD8-AB9C-94C6371B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rototype-label">
            <a:extLst xmlns:a="http://schemas.openxmlformats.org/drawingml/2006/main">
              <a:ext uri="{FF2B5EF4-FFF2-40B4-BE49-F238E27FC236}">
                <a16:creationId xmlns:a16="http://schemas.microsoft.com/office/drawing/2014/main" id="{BC2215C4-CC9F-443B-8A8B-167B0263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38650"/>
            <a:ext cx="120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Prototype</a:t>
            </a:r>
          </a:p>
        </p:txBody>
      </p:sp>
      <p:sp>
        <p:nvSpPr>
          <p:cNvPr id="88" name="Prototype-body">
            <a:extLst xmlns:a="http://schemas.openxmlformats.org/drawingml/2006/main">
              <a:ext uri="{FF2B5EF4-FFF2-40B4-BE49-F238E27FC236}">
                <a16:creationId xmlns:a16="http://schemas.microsoft.com/office/drawing/2014/main" id="{74B30521-C8D0-425F-AA55-D6852C54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38650"/>
            <a:ext cx="864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688" b="0">
                <a:solidFill>
                  <a:srgbClr val="14233C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14233C"/>
                </a:solidFill>
                <a:latin typeface="Arial"/>
                <a:ea typeface="Arial"/>
                <a:cs typeface="Arial"/>
              </a:rPr>
              <a:t>Local Llama 3.2 investigator, deterministic policy guard, bounded approvals and simulated refund execution.</a:t>
            </a:r>
          </a:p>
        </p:txBody>
      </p:sp>
      <p:sp>
        <p:nvSpPr>
          <p:cNvPr id="89" name="Prototype-Link-bullet">
            <a:extLst xmlns:a="http://schemas.openxmlformats.org/drawingml/2006/main">
              <a:ext uri="{FF2B5EF4-FFF2-40B4-BE49-F238E27FC236}">
                <a16:creationId xmlns:a16="http://schemas.microsoft.com/office/drawing/2014/main" id="{ACE6D2FC-1A17-4F0F-9A6E-D324D379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rototype-Link-label">
            <a:extLst xmlns:a="http://schemas.openxmlformats.org/drawingml/2006/main">
              <a:ext uri="{FF2B5EF4-FFF2-40B4-BE49-F238E27FC236}">
                <a16:creationId xmlns:a16="http://schemas.microsoft.com/office/drawing/2014/main" id="{A6619D90-AAED-4EE9-B8F8-EC6E23E8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Prototype Link</a:t>
            </a:r>
          </a:p>
        </p:txBody>
      </p:sp>
      <p:sp>
        <p:nvSpPr>
          <p:cNvPr id="91" name="Prototype-Link-body">
            <a:extLst xmlns:a="http://schemas.openxmlformats.org/drawingml/2006/main">
              <a:ext uri="{FF2B5EF4-FFF2-40B4-BE49-F238E27FC236}">
                <a16:creationId xmlns:a16="http://schemas.microsoft.com/office/drawing/2014/main" id="{8F10BB9D-6544-43DA-B972-045AD423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435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88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1688" b="0" u="sng">
                <a:solidFill>
                  <a:srgbClr val="0066CC"/>
                </a:solidFill>
                <a:latin typeface="Arial"/>
                <a:ea typeface="Arial"/>
                <a:cs typeface="Arial"/>
                <a:hlinkClick xmlns:r="http://schemas.openxmlformats.org/officeDocument/2006/relationships" r:id="Rf79d5e9cc4584e16"/>
              </a:rPr>
              <a:t>github.com/ArcX7265/arthaniyam</a:t>
            </a:r>
          </a:p>
        </p:txBody>
      </p:sp>
      <p:sp>
        <p:nvSpPr>
          <p:cNvPr id="92" name="Guided Demo-bullet">
            <a:extLst xmlns:a="http://schemas.openxmlformats.org/drawingml/2006/main">
              <a:ext uri="{FF2B5EF4-FFF2-40B4-BE49-F238E27FC236}">
                <a16:creationId xmlns:a16="http://schemas.microsoft.com/office/drawing/2014/main" id="{11D54F3A-545D-4A8E-AAF1-2F29DEC1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912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Guided Demo-label">
            <a:extLst xmlns:a="http://schemas.openxmlformats.org/drawingml/2006/main">
              <a:ext uri="{FF2B5EF4-FFF2-40B4-BE49-F238E27FC236}">
                <a16:creationId xmlns:a16="http://schemas.microsoft.com/office/drawing/2014/main" id="{0D90EE9B-51E5-4755-B367-DDB28CB5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76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Guided Demo</a:t>
            </a:r>
          </a:p>
        </p:txBody>
      </p:sp>
      <p:sp>
        <p:nvSpPr>
          <p:cNvPr id="94" name="Guided Demo-body">
            <a:extLst xmlns:a="http://schemas.openxmlformats.org/drawingml/2006/main">
              <a:ext uri="{FF2B5EF4-FFF2-40B4-BE49-F238E27FC236}">
                <a16:creationId xmlns:a16="http://schemas.microsoft.com/office/drawing/2014/main" id="{950E3135-5E7C-4C9F-8FEF-F2A59F38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676900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688" b="0">
                <a:solidFill>
                  <a:srgbClr val="14233C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14233C"/>
                </a:solidFill>
                <a:latin typeface="Arial"/>
                <a:ea typeface="Arial"/>
                <a:cs typeface="Arial"/>
              </a:rPr>
              <a:t>Allow an eligible refund, block a cumulative over-refund and require approval for a high-value action.</a:t>
            </a:r>
          </a:p>
        </p:txBody>
      </p:sp>
      <p:sp>
        <p:nvSpPr>
          <p:cNvPr id="95" name="team-footer">
            <a:extLst xmlns:a="http://schemas.openxmlformats.org/drawingml/2006/main">
              <a:ext uri="{FF2B5EF4-FFF2-40B4-BE49-F238E27FC236}">
                <a16:creationId xmlns:a16="http://schemas.microsoft.com/office/drawing/2014/main" id="{786BC1D1-3366-4A71-A045-E4DB2B78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TEAM [NAME]</a:t>
            </a:r>
          </a:p>
        </p:txBody>
      </p:sp>
      <p:sp>
        <p:nvSpPr>
          <p:cNvPr id="96" name="footer-line">
            <a:extLst xmlns:a="http://schemas.openxmlformats.org/drawingml/2006/main">
              <a:ext uri="{FF2B5EF4-FFF2-40B4-BE49-F238E27FC236}">
                <a16:creationId xmlns:a16="http://schemas.microsoft.com/office/drawing/2014/main" id="{DF7297D4-D30E-44FE-A0FC-AA20128B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543675"/>
            <a:ext cx="910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8E8"/>
            </a:solidFill>
            <a:prstDash val="solid"/>
          </a:ln>
        </p:spPr>
      </p:sp>
      <p:sp>
        <p:nvSpPr>
          <p:cNvPr id="9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9503277-EA89-4512-BEB0-913ED521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3627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389555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2026-09-21T12:12:14.3130000Z</dcterms:created>
  <dcterms:modified xsi:type="dcterms:W3CDTF">2026-09-21T12:12:14.3130000Z</dcterms:modified>
</coreProperties>
</file>